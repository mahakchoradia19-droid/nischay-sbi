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822960"/>
            <a:ext cx="4572000" cy="5669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0" b="1" dirty="0">
                <a:solidFill>
                  <a:srgbClr val="2A2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</a:t>
            </a:r>
            <a:endParaRPr lang="en-US" sz="42000" dirty="0"/>
          </a:p>
        </p:txBody>
      </p:sp>
      <p:sp>
        <p:nvSpPr>
          <p:cNvPr id="3" name="Text 1"/>
          <p:cNvSpPr/>
          <p:nvPr/>
        </p:nvSpPr>
        <p:spPr>
          <a:xfrm>
            <a:off x="640080" y="1783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 HACKATHON   ·   AGENTIC AI FOR FINANCIAL INCLUSION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2194560"/>
            <a:ext cx="10058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Nischay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640080" y="3794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bank that makes sure the money </a:t>
            </a:r>
            <a:pPr indent="0" marL="0">
              <a:buNone/>
            </a:pPr>
            <a:r>
              <a:rPr lang="en-US" sz="2800" i="1" dirty="0">
                <a:solidFill>
                  <a:srgbClr val="C46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lands</a:t>
            </a:r>
            <a:pPr indent="0" marL="0">
              <a:buNone/>
            </a:pPr>
            <a:r>
              <a:rPr lang="en-US" sz="2800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61772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citizens the government money they are already owed — when a dormant account,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unlinked Aadhaar, or a lapsed KYC would otherwise send it back.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Mahak Choradia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IN ONE NUMBER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10972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C46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72.85%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India's welfare beneficiaries have hit a payment that </a:t>
            </a:r>
            <a:pPr indent="0" marL="0">
              <a:lnSpc>
                <a:spcPts val="3600"/>
              </a:lnSpc>
              <a:buNone/>
            </a:pPr>
            <a:r>
              <a:rPr lang="en-US" sz="3000" i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didn't arrive</a:t>
            </a:r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5257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stolen. Not ineligible. The money was approved and sent — and the account couldn't receive it.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Dvara–Haqdarshak beneficiary survey, 2022 (N = 1,477), across five schemes in Assam, Chhattisgarh &amp; Andhra Pradesh.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VANISHES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Approved. Sent. Returned —</a:t>
            </a:r>
            <a:endParaRPr lang="en-US" sz="3400" dirty="0"/>
          </a:p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no one is told.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6035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government's system releases the money into a single bank account. If that account has a small technical problem, the payment is simply rejected and turns around.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3977640"/>
            <a:ext cx="6035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alarm rings. No one calls. </a:t>
            </a:r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it was meant for never learns it existed — and next cycle, it happens again.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635240" y="2468880"/>
            <a:ext cx="3749040" cy="2377440"/>
          </a:xfrm>
          <a:prstGeom prst="roundRect">
            <a:avLst>
              <a:gd name="adj" fmla="val 4615"/>
            </a:avLst>
          </a:prstGeom>
          <a:solidFill>
            <a:srgbClr val="F6F2EA"/>
          </a:solidFill>
          <a:ln w="12700">
            <a:solidFill>
              <a:srgbClr val="E2DAC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635240" y="274320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₹2,000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635240" y="35661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PM-KISAN  ·  for Ramesh Kumar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rot="-240000">
            <a:off x="8778240" y="4069080"/>
            <a:ext cx="1463040" cy="457200"/>
          </a:xfrm>
          <a:prstGeom prst="rect">
            <a:avLst/>
          </a:prstGeom>
          <a:solidFill>
            <a:srgbClr val="B23B32"/>
          </a:solidFill>
          <a:ln/>
        </p:spPr>
      </p:sp>
      <p:sp>
        <p:nvSpPr>
          <p:cNvPr id="10" name="Text 8"/>
          <p:cNvSpPr/>
          <p:nvPr/>
        </p:nvSpPr>
        <p:spPr>
          <a:xfrm rot="-240000">
            <a:off x="8778240" y="40690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DATA NAMES THE CAUSE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fixable fields. Not one is fraud.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4231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C46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51.3%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429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Aadhaar not seeded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93192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NPCI mapper that routes the payment — so it is rejected outright.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97680" y="24231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B48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32%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297680" y="3429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KYC pending or lapsed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97680" y="393192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periodic identity check expired, and the account froze against new credits.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955280" y="24231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5F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36%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7955280" y="3429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 a spelling error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955280" y="393192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name — the kind of mismatch our name-reconciliation fixes with zero contact.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623560"/>
            <a:ext cx="10881360" cy="685800"/>
          </a:xfrm>
          <a:prstGeom prst="roundRect">
            <a:avLst>
              <a:gd name="adj" fmla="val 13333"/>
            </a:avLst>
          </a:prstGeom>
          <a:solidFill>
            <a:srgbClr val="F6F2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62356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sits in the bank's own database </a:t>
            </a:r>
            <a:pPr indent="0" marL="0">
              <a:buNone/>
            </a:pPr>
            <a:r>
              <a:rPr lang="en-US" sz="145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before the payment runs. The failure is fully predictable — it is simply never acted on.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East Godavari PM-KISAN administrative data (N=39,655) and Dvara beneficiary survey, 2022.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32"/>
              </a:lnSpc>
              <a:buNone/>
            </a:pPr>
            <a:r>
              <a:rPr lang="en-US" sz="33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rescuing payments.</a:t>
            </a:r>
            <a:endParaRPr lang="en-US" sz="3300" dirty="0"/>
          </a:p>
          <a:p>
            <a:pPr indent="0" marL="0">
              <a:lnSpc>
                <a:spcPts val="3432"/>
              </a:lnSpc>
              <a:buNone/>
            </a:pPr>
            <a:r>
              <a:rPr lang="en-US" sz="33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every account payment-ready.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each account as a set of fields a payment needs to land — Aadhaar seeded, KYC valid, name reconciled, account active. The agent's job is to keep every account green before the disbursement calendar event, not to firefight after it bounces.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0" y="2606040"/>
            <a:ext cx="3794760" cy="3108960"/>
          </a:xfrm>
          <a:prstGeom prst="roundRect">
            <a:avLst>
              <a:gd name="adj" fmla="val 3529"/>
            </a:avLst>
          </a:prstGeom>
          <a:solidFill>
            <a:srgbClr val="2A2620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0" y="28346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ONCE, BENEFIT FOREVER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0" y="3246120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Seeding one Aadhaar or renewing one KYC unblocks every scheme, for every future cycle.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046720" y="47091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FFD9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return isn't per-payment. It is per-account-lifetime.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ONLY SBI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rails exist. The auth exists.</a:t>
            </a:r>
            <a:endParaRPr lang="en-US" sz="3400" dirty="0"/>
          </a:p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last-mile fix doesn't.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NPCI runs the payment rails; Aadhaar libraries do the auth; the failure data is public. What nobody has built — and only SBI can run — is the layer that predicts the failure and fixes it. It needs three things a private bank cannot buy: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5F6B5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298448" y="3611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government payments as they route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680960" y="36118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95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primary DBT pipeline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4361688"/>
            <a:ext cx="457200" cy="457200"/>
          </a:xfrm>
          <a:prstGeom prst="ellipse">
            <a:avLst/>
          </a:prstGeom>
          <a:solidFill>
            <a:srgbClr val="5F6B57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4361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98448" y="4361688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at village density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680960" y="436168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95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~53 crore, every district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111496"/>
            <a:ext cx="457200" cy="457200"/>
          </a:xfrm>
          <a:prstGeom prst="ellipse">
            <a:avLst/>
          </a:prstGeom>
          <a:solidFill>
            <a:srgbClr val="5F6B5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1114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5111496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mandate to fix inclusion gaps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7680960" y="511149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95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banker to the nation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sells nothing. It gets people money that is already theirs.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— THE CHEAPEST FIX FIRST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systems would call everyone.</a:t>
            </a:r>
            <a:endParaRPr lang="en-US" sz="3400" dirty="0"/>
          </a:p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don't.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in ascending order of cost and customer burden; stop the moment an account goes green. On a modelled district's at-risk cohort: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F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human contact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389120"/>
            <a:ext cx="2514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fixable from SBI's own data — the spelling-error names, a KYC done at another branch.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83280" y="32004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46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+47%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383280" y="39776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/ IVR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83280" y="4389120"/>
            <a:ext cx="2514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re-KYC or one-tap reactivation, by phone. 69% resolved before anyone travels.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26480" y="32004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48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126480" y="39776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Banking camp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126480" y="4389120"/>
            <a:ext cx="2514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by field and village — one visit clears hundreds of unseeded Aadhaars.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869680" y="32004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23B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869680" y="39776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officer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869680" y="4389120"/>
            <a:ext cx="2514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genuine identity conflicts only. The gate refuses to auto-resolve these.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Percentages computed by the readiness engine in this repo — deterministic, re-derivable. The cheap rungs carry the volume, so cost-per-rescue collapses.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AI IS — AND ISN'T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can talk.</a:t>
            </a:r>
            <a:endParaRPr lang="en-US" sz="3400" dirty="0"/>
          </a:p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cannot open the gate.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6126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place that genuinely needs AI is the last hundred metres: a patient, vernacular voice conversation that renews a KYC without a branch visit and self-heals a document-name mismatch.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6126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decision then runs through deterministic code — a gate the conversation cannot talk its way past. The agent never moves money; anything ambiguous defaults to a human.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589520" y="2514600"/>
            <a:ext cx="3931920" cy="2743200"/>
          </a:xfrm>
          <a:prstGeom prst="roundRect">
            <a:avLst>
              <a:gd name="adj" fmla="val 4000"/>
            </a:avLst>
          </a:prstGeom>
          <a:solidFill>
            <a:srgbClr val="F6F2EA"/>
          </a:solidFill>
          <a:ln w="12700">
            <a:solidFill>
              <a:srgbClr val="E2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82128" y="2788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550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reconciled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882128" y="32918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550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clear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882128" y="379476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550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confirmed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882128" y="4389120"/>
            <a:ext cx="3291840" cy="0"/>
          </a:xfrm>
          <a:prstGeom prst="line">
            <a:avLst/>
          </a:prstGeom>
          <a:noFill/>
          <a:ln w="12700">
            <a:solidFill>
              <a:srgbClr val="E2DA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82128" y="45262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37C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→ </a:t>
            </a:r>
            <a:pPr indent="0" marL="0">
              <a:buNone/>
            </a:pPr>
            <a:r>
              <a:rPr lang="en-US" sz="1800" b="1" dirty="0">
                <a:solidFill>
                  <a:srgbClr val="5F6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— BOTH KINDS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28"/>
              </a:lnSpc>
              <a:buNone/>
            </a:pPr>
            <a:r>
              <a:rPr lang="en-US" sz="32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names what it can't do,</a:t>
            </a:r>
            <a:endParaRPr lang="en-US" sz="3200" dirty="0"/>
          </a:p>
          <a:p>
            <a:pPr indent="0" marL="0">
              <a:lnSpc>
                <a:spcPts val="3328"/>
              </a:lnSpc>
              <a:buNone/>
            </a:pPr>
            <a:r>
              <a:rPr lang="en-US" sz="32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grades what it can.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9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20% it can't fix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17520"/>
            <a:ext cx="5120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phone → a camp is scheduled. A genuine identity conflict → a human reviews it. Volunteering your own limits is the strongest signal of maturity there is.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400800" y="2606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9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grades itself in public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0" y="306324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98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955280" y="31729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accuracy — misleading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00800" y="388620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955280" y="39959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on the riskiest 10%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0" y="470916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2.1×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955280" y="481888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chance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calibration curve and Brier score back it — reported alongside the flattering numbers, not instead of them.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MOCKUP — IT RUNS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Built, tested, and live on the web.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457200" cy="457200"/>
          </a:xfrm>
          <a:prstGeom prst="ellipse">
            <a:avLst/>
          </a:prstGeom>
          <a:solidFill>
            <a:srgbClr val="EAD9C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5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280160" y="2240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now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80160" y="265176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~2-minute film explains it from scratch, narrated in real Indian voices, at a public URL — nothing to install.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2286000"/>
            <a:ext cx="457200" cy="457200"/>
          </a:xfrm>
          <a:prstGeom prst="ellipse">
            <a:avLst/>
          </a:prstGeom>
          <a:solidFill>
            <a:srgbClr val="EAD9CF"/>
          </a:solidFill>
          <a:ln/>
        </p:spPr>
      </p:sp>
      <p:sp>
        <p:nvSpPr>
          <p:cNvPr id="9" name="Text 7"/>
          <p:cNvSpPr/>
          <p:nvPr/>
        </p:nvSpPr>
        <p:spPr>
          <a:xfrm>
            <a:off x="617220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5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▸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812280" y="2240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Real, not staged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812280" y="265176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reconciliation, the gate, and the readiness engine are real server code — 66 automated tests, on CI.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457200" cy="457200"/>
          </a:xfrm>
          <a:prstGeom prst="ellipse">
            <a:avLst/>
          </a:prstGeom>
          <a:solidFill>
            <a:srgbClr val="EAD9C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5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▸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280160" y="3977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anywhere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80160" y="438912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Standard-library Python; one command, auto-picks a free port. One-click deploy to Render, or GitHub Pages.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72200" y="4023360"/>
            <a:ext cx="457200" cy="457200"/>
          </a:xfrm>
          <a:prstGeom prst="ellipse">
            <a:avLst/>
          </a:prstGeom>
          <a:solidFill>
            <a:srgbClr val="EAD9CF"/>
          </a:solidFill>
          <a:ln/>
        </p:spPr>
      </p:sp>
      <p:sp>
        <p:nvSpPr>
          <p:cNvPr id="17" name="Text 15"/>
          <p:cNvSpPr/>
          <p:nvPr/>
        </p:nvSpPr>
        <p:spPr>
          <a:xfrm>
            <a:off x="617220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5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▸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12280" y="3977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data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812280" y="438912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and labelled as such on every screen. The logic and the voice are real; only the people are simulated.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806440"/>
            <a:ext cx="10881360" cy="594360"/>
          </a:xfrm>
          <a:prstGeom prst="roundRect">
            <a:avLst>
              <a:gd name="adj" fmla="val 15385"/>
            </a:avLst>
          </a:prstGeom>
          <a:solidFill>
            <a:srgbClr val="1E1B16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8064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D9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github.com/mahakchoradia19-droid/nischay-sbi   ·   python3 app.py   ·   66 tests green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district. One cycle.</a:t>
            </a:r>
            <a:endParaRPr lang="en-US" sz="3400" dirty="0"/>
          </a:p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honestly.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pilot in a single SLBC lead-bank district, with permissioned access to the DBT rejection feed and account KYC status — wired to the same code that runs the demo.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2A262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4023360"/>
            <a:ext cx="10149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metric that matters isn't “how many did we rescue.” It is: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443484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months later — is the account still active, and did the next payment land on its own?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Rescuing money once is a demo. Making sure a family never misses a payment again is infrastructure.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188720" y="1005840"/>
            <a:ext cx="548640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0" b="1" dirty="0">
                <a:solidFill>
                  <a:srgbClr val="2A2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</a:t>
            </a:r>
            <a:endParaRPr lang="en-US" sz="420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9C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SBI already holds the nation's money.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makes SBI the bank that </a:t>
            </a:r>
            <a:pPr indent="0" marL="0">
              <a:lnSpc>
                <a:spcPts val="4800"/>
              </a:lnSpc>
              <a:buNone/>
            </a:pPr>
            <a:r>
              <a:rPr lang="en-US" sz="4400" b="1" i="1" dirty="0">
                <a:solidFill>
                  <a:srgbClr val="C46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guarantees it lands</a:t>
            </a:r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534924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Nischay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0" y="54864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 Hackathon  ·  Mahak Choradia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2026-07-04T17:23:11Z</dcterms:created>
  <dcterms:modified xsi:type="dcterms:W3CDTF">2026-07-04T17:23:11Z</dcterms:modified>
</cp:coreProperties>
</file>