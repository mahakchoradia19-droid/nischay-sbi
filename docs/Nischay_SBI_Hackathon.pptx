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457200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42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HACKATHON   ·   AGENTIC AI FOR FINANCIAL INCLUSION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21945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Nischay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 that makes sure the money </a:t>
            </a:r>
            <a:pPr indent="0" marL="0">
              <a:buNone/>
            </a:pPr>
            <a:r>
              <a:rPr lang="en-US" sz="2800" i="1" dirty="0">
                <a:solidFill>
                  <a:srgbClr val="C4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</a:t>
            </a:r>
            <a:pPr indent="0" marL="0">
              <a:buNone/>
            </a:pPr>
            <a:r>
              <a:rPr lang="en-US" sz="2800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citizens the government money they are already owed — when a dormant account,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unlinked Aadhaar, or a lapsed KYC would otherwise send it back.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Mahak Choradia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ONE NUMBER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0" b="1" dirty="0">
                <a:solidFill>
                  <a:srgbClr val="C4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72.85%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India's welfare beneficiaries have hit a payment that </a:t>
            </a:r>
            <a:pPr indent="0" marL="0">
              <a:lnSpc>
                <a:spcPts val="3600"/>
              </a:lnSpc>
              <a:buNone/>
            </a:pPr>
            <a:r>
              <a:rPr lang="en-US" sz="3000" i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didn't arrive</a:t>
            </a:r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5257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stolen. Not ineligible. The money was approved and sent — and the account couldn't receive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Dvara–Haqdarshak beneficiary survey, 2022 (N = 1,477), across five schemes in Assam, Chhattisgarh &amp; Andhra Pradesh.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VANISHES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Approved. Sent. Returned —</a:t>
            </a:r>
            <a:endParaRPr lang="en-US" sz="3400" dirty="0"/>
          </a:p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no one is told.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government's system releases the money into a single bank account. If that account has a small technical problem, the payment is simply rejected and turns around.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rings. No one calls. 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it was meant for never learns it existed — and next cycle, it happens again.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35240" y="24688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F6F2EA"/>
          </a:solidFill>
          <a:ln w="12700">
            <a:solidFill>
              <a:srgbClr val="E2DA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2743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35240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3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  ·  for Ramesh Kumar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-240000">
            <a:off x="8778240" y="4069080"/>
            <a:ext cx="1463040" cy="457200"/>
          </a:xfrm>
          <a:prstGeom prst="rect">
            <a:avLst/>
          </a:prstGeom>
          <a:solidFill>
            <a:srgbClr val="B23B32"/>
          </a:solidFill>
          <a:ln/>
        </p:spPr>
      </p:sp>
      <p:sp>
        <p:nvSpPr>
          <p:cNvPr id="10" name="Text 8"/>
          <p:cNvSpPr/>
          <p:nvPr/>
        </p:nvSpPr>
        <p:spPr>
          <a:xfrm rot="-240000">
            <a:off x="877824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DATA NAMES THE CAUSE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fixable fields. Not one is fraud.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4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51.3%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Aadhaar not seeded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NPCI mapper that routes the payment — so it is rejected outright.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423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48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2976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pending or lapsed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39319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identity check expired, and the account froze against new credits.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2423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9552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a spelling error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39319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name — the kind of mismatch our name-reconciliation fixes with zero contact.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6F2E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sits in the bank's own database </a:t>
            </a:r>
            <a:pPr indent="0" marL="0">
              <a:buNone/>
            </a:pPr>
            <a:r>
              <a:rPr lang="en-US" sz="145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the payment runs. The failure is fully predictable — it is simply never acted 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East Godavari PM-KISAN administrative data (N=39,655) and Dvara beneficiary survey, 2022.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32"/>
              </a:lnSpc>
              <a:buNone/>
            </a:pPr>
            <a:r>
              <a:rPr lang="en-US" sz="33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rescuing payments.</a:t>
            </a:r>
            <a:endParaRPr lang="en-US" sz="3300" dirty="0"/>
          </a:p>
          <a:p>
            <a:pPr indent="0" marL="0">
              <a:lnSpc>
                <a:spcPts val="3432"/>
              </a:lnSpc>
              <a:buNone/>
            </a:pPr>
            <a:r>
              <a:rPr lang="en-US" sz="33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every account payment-ready.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account as a set of fields a payment needs to land — Aadhaar seeded, KYC valid, name reconciled, account active. The agent's job is to keep every account green before the disbursement calendar event, not to firefight after it bounces.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2606040"/>
            <a:ext cx="3794760" cy="3108960"/>
          </a:xfrm>
          <a:prstGeom prst="roundRect">
            <a:avLst>
              <a:gd name="adj" fmla="val 3529"/>
            </a:avLst>
          </a:prstGeom>
          <a:solidFill>
            <a:srgbClr val="2A262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ONCE, BENEFIT FOREVER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0" y="32461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one Aadhaar or renewing one KYC unblocks every scheme, for every future cycle.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0" y="47091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return isn't per-payment. It is per-account-lifetime.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SBI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rails exist. The auth exists.</a:t>
            </a:r>
            <a:endParaRPr lang="en-US" sz="3400" dirty="0"/>
          </a:p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last-mile fix doesn't.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runs the payment rails; Aadhaar libraries do the auth; the failure data is public. What nobody has built — and only SBI can run — is the layer that predicts the failure and fixes it. It needs three things a private bank cannot buy: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5F6B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98448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government payments as they route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8096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primary DBT pipeline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5F6B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4361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at village density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80960" y="4361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~53 crore, every district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11496"/>
            <a:ext cx="457200" cy="457200"/>
          </a:xfrm>
          <a:prstGeom prst="ellipse">
            <a:avLst/>
          </a:prstGeom>
          <a:solidFill>
            <a:srgbClr val="5F6B5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51114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to fix inclusion gaps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680960" y="51114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banker to the 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sells nothing. It gets people money that is already theirs.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THE CHEAPEST FIX FIRST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systems would call everyone.</a:t>
            </a:r>
            <a:endParaRPr lang="en-US" sz="3400" dirty="0"/>
          </a:p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in ascending order of cost and customer burden; stop the moment an account goes green. On a modelled district's at-risk cohort: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human contact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fixable from SBI's own data — the spelling-error names, a KYC done at another branch.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/ IVR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43891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re-KYC or one-tap reactivation, by phone. 69% resolved before anyone travels.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8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camp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43891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by field and village — one visit clears hundreds of unseeded Aadhaars.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3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86968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officer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0" y="43891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genuine identity conflicts only. The gate refuses to auto-resolve these.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computed by the readiness engine in this repo — deterministic, re-derivable. The cheap rungs carry the volume, so cost-per-rescue collapses.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 IS — AND ISN'T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can talk.</a:t>
            </a:r>
            <a:endParaRPr lang="en-US" sz="3400" dirty="0"/>
          </a:p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open the gate.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place that genuinely needs AI is the last hundred metres: a patient, vernacular voice conversation that renews a KYC without a branch visit and self-heals a document-name mismatch.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decision then runs through deterministic code — a gate the conversation cannot talk its way past. The agent never moves money; anything ambiguous defaults to a human.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25146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6F2EA"/>
          </a:solidFill>
          <a:ln w="12700">
            <a:solidFill>
              <a:srgbClr val="E2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82128" y="2788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5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reconciled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82128" y="3291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5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clear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82128" y="3794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5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confirmed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882128" y="4389120"/>
            <a:ext cx="3291840" cy="0"/>
          </a:xfrm>
          <a:prstGeom prst="line">
            <a:avLst/>
          </a:prstGeom>
          <a:noFill/>
          <a:ln w="12700">
            <a:solidFill>
              <a:srgbClr val="E2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4526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→ </a:t>
            </a:r>
            <a:pPr indent="0" marL="0">
              <a:buNone/>
            </a:pPr>
            <a:r>
              <a:rPr lang="en-US" sz="1800" b="1" dirty="0">
                <a:solidFill>
                  <a:srgbClr val="5F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— BOTH KINDS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28"/>
              </a:lnSpc>
              <a:buNone/>
            </a:pPr>
            <a:r>
              <a:rPr lang="en-US" sz="32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names what it can't do,</a:t>
            </a:r>
            <a:endParaRPr lang="en-US" sz="3200" dirty="0"/>
          </a:p>
          <a:p>
            <a:pPr indent="0" marL="0">
              <a:lnSpc>
                <a:spcPts val="3328"/>
              </a:lnSpc>
              <a:buNone/>
            </a:pPr>
            <a:r>
              <a:rPr lang="en-US" sz="32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grades what it can.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20% it can't fix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→ a camp is scheduled. A genuine identity conflict → a human reviews it. Volunteering your own limits is the strongest signal of maturity there is.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grades itself in public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3063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8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55280" y="3172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 — misleading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3886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55280" y="3995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the riskiest 10%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4709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55280" y="4818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chance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calibration curve and Brier score back it — reported alongside the flattering numbers, not instead of them.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IT RUNS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and live on the web.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EAD9C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8016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51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~2-minute film explains it from scratch, narrated in real Indian voices, at a public URL — nothing to install.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457200" cy="457200"/>
          </a:xfrm>
          <a:prstGeom prst="ellipse">
            <a:avLst/>
          </a:prstGeom>
          <a:solidFill>
            <a:srgbClr val="EAD9CF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122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not staged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12280" y="2651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reconciliation, the gate, and the readiness engine are real server code — 66 automated tests, on CI.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EAD9C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anywhere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Standard-library Python; one command, auto-picks a free port. One-click deploy to Render, or GitHub Pages.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457200" cy="457200"/>
          </a:xfrm>
          <a:prstGeom prst="ellipse">
            <a:avLst/>
          </a:prstGeom>
          <a:solidFill>
            <a:srgbClr val="EAD9CF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1228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data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12280" y="4389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and labelled as such on every screen. The logic and the voice are real; only the people are simulated.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1E1B1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D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github.com/mahakchoradia19-droid/nischay-sbi   ·   python3 app.py   ·   66 tests green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district. One cycle.</a:t>
            </a:r>
            <a:endParaRPr lang="en-US" sz="3400" dirty="0"/>
          </a:p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honestly.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pilot in a single SLBC lead-bank district, with permissioned access to the DBT rejection feed and account KYC status — wired to the same code that runs the demo.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A262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023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3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that matters isn't “how many did we rescue.” It is: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4348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months later — is the account still active, and did the next payment land on its own?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Rescuing money once is a demo. Making sure a family never misses a payment again is infrastructure.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88720" y="100584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42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C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SBI already holds the nation's money.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makes SBI the bank that </a:t>
            </a:r>
            <a:pPr indent="0" marL="0">
              <a:lnSpc>
                <a:spcPts val="4800"/>
              </a:lnSpc>
              <a:buNone/>
            </a:pPr>
            <a:r>
              <a:rPr lang="en-US" sz="4400" b="1" i="1" dirty="0">
                <a:solidFill>
                  <a:srgbClr val="C4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guarantees it lands</a:t>
            </a:r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Nischay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0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3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Hackathon  ·  Mahak Choradia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2026-07-04T17:22:27Z</dcterms:created>
  <dcterms:modified xsi:type="dcterms:W3CDTF">2026-07-04T17:22:27Z</dcterms:modified>
</cp:coreProperties>
</file>